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61" r:id="rId4"/>
    <p:sldId id="262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9932F-BECA-2807-3BDA-B4C3AE4D6170}" v="2" dt="2025-10-09T12:08:48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ười dùng Khách" userId="4e3667d1e89e35ca" providerId="Windows Live" clId="Web-{6FF818F4-941A-4B92-A659-65A2A49BF9F0}"/>
    <pc:docChg chg="mod delSld modSld addMainMaster delMainMaster">
      <pc:chgData name="Người dùng Khách" userId="4e3667d1e89e35ca" providerId="Windows Live" clId="Web-{6FF818F4-941A-4B92-A659-65A2A49BF9F0}" dt="2025-09-29T13:47:28.560" v="232" actId="20577"/>
      <pc:docMkLst>
        <pc:docMk/>
      </pc:docMkLst>
      <pc:sldChg chg="modSp mod modClrScheme chgLayout">
        <pc:chgData name="Người dùng Khách" userId="4e3667d1e89e35ca" providerId="Windows Live" clId="Web-{6FF818F4-941A-4B92-A659-65A2A49BF9F0}" dt="2025-09-29T13:45:17.558" v="222" actId="14100"/>
        <pc:sldMkLst>
          <pc:docMk/>
          <pc:sldMk cId="0" sldId="256"/>
        </pc:sldMkLst>
        <pc:spChg chg="mod ord">
          <ac:chgData name="Người dùng Khách" userId="4e3667d1e89e35ca" providerId="Windows Live" clId="Web-{6FF818F4-941A-4B92-A659-65A2A49BF9F0}" dt="2025-09-29T13:45:17.558" v="222" actId="14100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Người dùng Khách" userId="4e3667d1e89e35ca" providerId="Windows Live" clId="Web-{6FF818F4-941A-4B92-A659-65A2A49BF9F0}" dt="2025-09-29T13:32:06.668" v="191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 modClrScheme chgLayout">
        <pc:chgData name="Người dùng Khách" userId="4e3667d1e89e35ca" providerId="Windows Live" clId="Web-{6FF818F4-941A-4B92-A659-65A2A49BF9F0}" dt="2025-09-29T13:45:26.917" v="226" actId="20577"/>
        <pc:sldMkLst>
          <pc:docMk/>
          <pc:sldMk cId="0" sldId="257"/>
        </pc:sldMkLst>
        <pc:spChg chg="mod ord">
          <ac:chgData name="Người dùng Khách" userId="4e3667d1e89e35ca" providerId="Windows Live" clId="Web-{6FF818F4-941A-4B92-A659-65A2A49BF9F0}" dt="2025-09-29T13:32:10.589" v="192" actId="1076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Người dùng Khách" userId="4e3667d1e89e35ca" providerId="Windows Live" clId="Web-{6FF818F4-941A-4B92-A659-65A2A49BF9F0}" dt="2025-09-29T13:45:26.917" v="226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 modClrScheme chgLayout">
        <pc:chgData name="Người dùng Khách" userId="4e3667d1e89e35ca" providerId="Windows Live" clId="Web-{6FF818F4-941A-4B92-A659-65A2A49BF9F0}" dt="2025-09-29T13:45:31.433" v="229" actId="20577"/>
        <pc:sldMkLst>
          <pc:docMk/>
          <pc:sldMk cId="0" sldId="261"/>
        </pc:sldMkLst>
        <pc:spChg chg="mod ord">
          <ac:chgData name="Người dùng Khách" userId="4e3667d1e89e35ca" providerId="Windows Live" clId="Web-{6FF818F4-941A-4B92-A659-65A2A49BF9F0}" dt="2025-09-29T13:31:51.808" v="189" actId="1076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Người dùng Khách" userId="4e3667d1e89e35ca" providerId="Windows Live" clId="Web-{6FF818F4-941A-4B92-A659-65A2A49BF9F0}" dt="2025-09-29T13:45:31.433" v="229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 modClrScheme chgLayout">
        <pc:chgData name="Người dùng Khách" userId="4e3667d1e89e35ca" providerId="Windows Live" clId="Web-{6FF818F4-941A-4B92-A659-65A2A49BF9F0}" dt="2025-09-29T13:47:28.560" v="232" actId="20577"/>
        <pc:sldMkLst>
          <pc:docMk/>
          <pc:sldMk cId="0" sldId="262"/>
        </pc:sldMkLst>
        <pc:spChg chg="mod ord">
          <ac:chgData name="Người dùng Khách" userId="4e3667d1e89e35ca" providerId="Windows Live" clId="Web-{6FF818F4-941A-4B92-A659-65A2A49BF9F0}" dt="2025-09-29T13:31:10.964" v="176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Người dùng Khách" userId="4e3667d1e89e35ca" providerId="Windows Live" clId="Web-{6FF818F4-941A-4B92-A659-65A2A49BF9F0}" dt="2025-09-29T13:47:28.560" v="232" actId="20577"/>
          <ac:spMkLst>
            <pc:docMk/>
            <pc:sldMk cId="0" sldId="262"/>
            <ac:spMk id="3" creationId="{00000000-0000-0000-0000-000000000000}"/>
          </ac:spMkLst>
        </pc:spChg>
      </pc:sldChg>
      <pc:sldMasterChg chg="add addSldLayout modSldLayout">
        <pc:chgData name="Người dùng Khách" userId="4e3667d1e89e35ca" providerId="Windows Live" clId="Web-{6FF818F4-941A-4B92-A659-65A2A49BF9F0}" dt="2025-09-29T13:31:10.964" v="176"/>
        <pc:sldMasterMkLst>
          <pc:docMk/>
          <pc:sldMasterMk cId="3016663792" sldId="2147483720"/>
        </pc:sldMasterMkLst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4215888716" sldId="2147483721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933134469" sldId="2147483722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4107879146" sldId="2147483723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3133126458" sldId="2147483724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4292195681" sldId="2147483725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3670431130" sldId="2147483726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2146556331" sldId="2147483727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4087792892" sldId="2147483728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3384692693" sldId="2147483729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4096625822" sldId="2147483730"/>
          </pc:sldLayoutMkLst>
        </pc:sldLayoutChg>
        <pc:sldLayoutChg chg="add mod replId">
          <pc:chgData name="Người dùng Khách" userId="4e3667d1e89e35ca" providerId="Windows Live" clId="Web-{6FF818F4-941A-4B92-A659-65A2A49BF9F0}" dt="2025-09-29T13:31:10.964" v="176"/>
          <pc:sldLayoutMkLst>
            <pc:docMk/>
            <pc:sldMasterMk cId="3016663792" sldId="2147483720"/>
            <pc:sldLayoutMk cId="3049982159" sldId="2147483731"/>
          </pc:sldLayoutMkLst>
        </pc:sldLayoutChg>
      </pc:sldMasterChg>
    </pc:docChg>
  </pc:docChgLst>
  <pc:docChgLst>
    <pc:chgData clId="Web-{4E9BAE6E-50AE-4701-A310-27CEFEEDA7DD}"/>
    <pc:docChg chg="modSld">
      <pc:chgData name="" userId="" providerId="" clId="Web-{4E9BAE6E-50AE-4701-A310-27CEFEEDA7DD}" dt="2025-09-29T12:36:15.635" v="32" actId="20577"/>
      <pc:docMkLst>
        <pc:docMk/>
      </pc:docMkLst>
      <pc:sldChg chg="modSp">
        <pc:chgData name="" userId="" providerId="" clId="Web-{4E9BAE6E-50AE-4701-A310-27CEFEEDA7DD}" dt="2025-09-29T12:36:15.635" v="32" actId="20577"/>
        <pc:sldMkLst>
          <pc:docMk/>
          <pc:sldMk cId="0" sldId="256"/>
        </pc:sldMkLst>
        <pc:spChg chg="mod">
          <ac:chgData name="" userId="" providerId="" clId="Web-{4E9BAE6E-50AE-4701-A310-27CEFEEDA7DD}" dt="2025-09-29T12:36:15.635" v="32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  <pc:docChgLst>
    <pc:chgData name="dlyvanduong108@gmail.com" userId="4e3667d1e89e35ca" providerId="Windows Live" clId="Web-{ED29932F-BECA-2807-3BDA-B4C3AE4D6170}"/>
    <pc:docChg chg="addSld delSld">
      <pc:chgData name="dlyvanduong108@gmail.com" userId="4e3667d1e89e35ca" providerId="Windows Live" clId="Web-{ED29932F-BECA-2807-3BDA-B4C3AE4D6170}" dt="2025-10-09T12:08:48.785" v="1"/>
      <pc:docMkLst>
        <pc:docMk/>
      </pc:docMkLst>
      <pc:sldChg chg="new del">
        <pc:chgData name="dlyvanduong108@gmail.com" userId="4e3667d1e89e35ca" providerId="Windows Live" clId="Web-{ED29932F-BECA-2807-3BDA-B4C3AE4D6170}" dt="2025-10-09T12:08:48.785" v="1"/>
        <pc:sldMkLst>
          <pc:docMk/>
          <pc:sldMk cId="207259376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92" y="745441"/>
            <a:ext cx="6099170" cy="3559859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82" y="4669316"/>
            <a:ext cx="6099170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667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88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134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104" y="2243709"/>
            <a:ext cx="6867216" cy="3776091"/>
          </a:xfrm>
        </p:spPr>
        <p:txBody>
          <a:bodyPr anchor="b">
            <a:normAutofit/>
          </a:bodyPr>
          <a:lstStyle>
            <a:lvl1pPr>
              <a:defRPr sz="8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103" y="838201"/>
            <a:ext cx="6867217" cy="1405508"/>
          </a:xfrm>
        </p:spPr>
        <p:txBody>
          <a:bodyPr>
            <a:normAutofit/>
          </a:bodyPr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79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8" y="750627"/>
            <a:ext cx="8134917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721" y="2075250"/>
            <a:ext cx="3428466" cy="4101492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84671" y="2075250"/>
            <a:ext cx="3577643" cy="4101492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2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237" y="743803"/>
            <a:ext cx="8073203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721" y="1769166"/>
            <a:ext cx="3428465" cy="815008"/>
          </a:xfrm>
        </p:spPr>
        <p:txBody>
          <a:bodyPr anchor="b">
            <a:noAutofit/>
          </a:bodyPr>
          <a:lstStyle>
            <a:lvl1pPr marL="0" indent="0">
              <a:buNone/>
              <a:defRPr sz="2667" b="0" cap="all" spc="133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2721" y="2678597"/>
            <a:ext cx="3428465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975" y="1769166"/>
            <a:ext cx="3428465" cy="815008"/>
          </a:xfrm>
        </p:spPr>
        <p:txBody>
          <a:bodyPr anchor="b">
            <a:noAutofit/>
          </a:bodyPr>
          <a:lstStyle>
            <a:lvl1pPr marL="0" indent="0">
              <a:buNone/>
              <a:defRPr sz="2667" b="0" cap="all" spc="133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3975" y="2678597"/>
            <a:ext cx="3428465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19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757766"/>
            <a:ext cx="5430220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43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55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7" y="766636"/>
            <a:ext cx="2963809" cy="1510628"/>
          </a:xfrm>
        </p:spPr>
        <p:txBody>
          <a:bodyPr anchor="t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50" y="702453"/>
            <a:ext cx="4687491" cy="531734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2965" y="2277264"/>
            <a:ext cx="2814560" cy="374253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79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29" y="765850"/>
            <a:ext cx="2996770" cy="1774778"/>
          </a:xfrm>
        </p:spPr>
        <p:txBody>
          <a:bodyPr anchor="t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29050" y="838201"/>
            <a:ext cx="4687491" cy="5181599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5103" y="2552700"/>
            <a:ext cx="2802422" cy="3467099"/>
          </a:xfrm>
        </p:spPr>
        <p:txBody>
          <a:bodyPr anchor="b"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03" y="63203"/>
            <a:ext cx="20574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69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757451"/>
            <a:ext cx="8156965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1601" y="1972101"/>
            <a:ext cx="8136655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25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19622" y="755982"/>
            <a:ext cx="1708164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755982"/>
            <a:ext cx="6172565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8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91" y="620202"/>
            <a:ext cx="7467560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601" y="2306782"/>
            <a:ext cx="7467560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103" y="63203"/>
            <a:ext cx="20574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10/9/2025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08012" y="6424762"/>
            <a:ext cx="30449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2963" y="6425817"/>
            <a:ext cx="3223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637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 userDrawn="1">
          <p15:clr>
            <a:srgbClr val="F26B43"/>
          </p15:clr>
        </p15:guide>
        <p15:guide id="19" orient="horz" pos="2160" userDrawn="1">
          <p15:clr>
            <a:srgbClr val="F26B43"/>
          </p15:clr>
        </p15:guide>
        <p15:guide id="20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7" y="497"/>
            <a:ext cx="7772400" cy="1846434"/>
          </a:xfrm>
        </p:spPr>
        <p:txBody>
          <a:bodyPr>
            <a:normAutofit fontScale="90000"/>
          </a:bodyPr>
          <a:lstStyle/>
          <a:p>
            <a:r>
              <a:rPr dirty="0"/>
              <a:t>Game: </a:t>
            </a:r>
            <a:br>
              <a:rPr lang="vi-VN" dirty="0"/>
            </a:br>
            <a:r>
              <a:rPr dirty="0"/>
              <a:t>Lời Nguyền Hắc Ám</a:t>
            </a:r>
            <a:endParaRPr lang="vi-V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72" y="2554995"/>
            <a:ext cx="6400800" cy="175260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vi-VN" sz="2650" dirty="0">
                <a:latin typeface="Times New Roman"/>
                <a:ea typeface="Calibri"/>
                <a:cs typeface="Calibri"/>
              </a:rPr>
              <a:t>Thể Loại: MMORPG</a:t>
            </a:r>
            <a:endParaRPr lang="vi-VN" dirty="0">
              <a:latin typeface="Times New Roman"/>
              <a:ea typeface="Calibri"/>
              <a:cs typeface="Calibri"/>
            </a:endParaRPr>
          </a:p>
          <a:p>
            <a:r>
              <a:rPr lang="vi-VN" dirty="0">
                <a:latin typeface="Times New Roman"/>
                <a:ea typeface="Calibri"/>
                <a:cs typeface="Calibri"/>
              </a:rPr>
              <a:t>Tên: </a:t>
            </a:r>
            <a:r>
              <a:rPr lang="vi-VN" b="1" dirty="0">
                <a:latin typeface="Times New Roman"/>
                <a:ea typeface="Calibri"/>
                <a:cs typeface="Calibri"/>
              </a:rPr>
              <a:t>ĐINH LÝ VĂN DƯƠNG</a:t>
            </a:r>
          </a:p>
          <a:p>
            <a:r>
              <a:rPr lang="vi-VN" dirty="0">
                <a:latin typeface="Times New Roman"/>
                <a:ea typeface="Calibri"/>
                <a:cs typeface="Calibri"/>
              </a:rPr>
              <a:t>Lớp: CF-GIT-2D002</a:t>
            </a:r>
          </a:p>
          <a:p>
            <a:r>
              <a:rPr lang="vi-VN" dirty="0">
                <a:latin typeface="Times New Roman"/>
                <a:ea typeface="Calibri"/>
                <a:cs typeface="Calibri"/>
              </a:rPr>
              <a:t>GVHD: Phùng Khắc Phương</a:t>
            </a:r>
          </a:p>
          <a:p>
            <a:endParaRPr lang="vi-VN" dirty="0">
              <a:latin typeface="Times New Roman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3" y="-4087"/>
            <a:ext cx="7467560" cy="1438780"/>
          </a:xfrm>
        </p:spPr>
        <p:txBody>
          <a:bodyPr/>
          <a:lstStyle/>
          <a:p>
            <a:r>
              <a:t>Bối cảnh Câu chuyện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835" y="1425766"/>
            <a:ext cx="9147671" cy="525124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vi-VN" sz="3000" dirty="0">
                <a:latin typeface="Times New Roman"/>
                <a:cs typeface="Times New Roman"/>
              </a:rPr>
              <a:t>Ngôi làng yên bình bị 4 Rồng Hắc Ám tấn công.</a:t>
            </a:r>
            <a:endParaRPr lang="vi-VN" sz="3000">
              <a:latin typeface="Times New Roman"/>
              <a:ea typeface="Calibri"/>
              <a:cs typeface="Calibri"/>
            </a:endParaRPr>
          </a:p>
          <a:p>
            <a:r>
              <a:rPr lang="en-US" sz="3000" err="1">
                <a:latin typeface="Times New Roman"/>
                <a:ea typeface="Calibri"/>
                <a:cs typeface="Calibri"/>
              </a:rPr>
              <a:t>Mỗi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rồng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sở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hữu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một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thanh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kiếm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bí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ẩn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.</a:t>
            </a:r>
            <a:endParaRPr lang="vi-VN" sz="3000" dirty="0">
              <a:latin typeface="Times New Roman"/>
              <a:cs typeface="Arial"/>
            </a:endParaRPr>
          </a:p>
          <a:p>
            <a:r>
              <a:rPr lang="vi-VN" sz="3000" dirty="0">
                <a:latin typeface="Times New Roman"/>
                <a:cs typeface="Times New Roman"/>
              </a:rPr>
              <a:t>Rồng triệu tập</a:t>
            </a:r>
            <a:r>
              <a:rPr lang="vi-VN" sz="3000" dirty="0">
                <a:latin typeface="Times New Roman"/>
                <a:ea typeface="Calibri"/>
                <a:cs typeface="Calibri"/>
              </a:rPr>
              <a:t> Xác sống </a:t>
            </a:r>
            <a:r>
              <a:rPr lang="vi-VN" sz="3000" dirty="0">
                <a:latin typeface="Times New Roman"/>
                <a:cs typeface="Times New Roman"/>
              </a:rPr>
              <a:t>và </a:t>
            </a:r>
            <a:r>
              <a:rPr lang="vi-VN" sz="3000" dirty="0">
                <a:latin typeface="Times New Roman"/>
                <a:ea typeface="Calibri"/>
                <a:cs typeface="Calibri"/>
              </a:rPr>
              <a:t>N</a:t>
            </a:r>
            <a:r>
              <a:rPr lang="vi-VN" sz="3000" dirty="0">
                <a:latin typeface="Times New Roman"/>
                <a:cs typeface="Arial"/>
              </a:rPr>
              <a:t>gười</a:t>
            </a:r>
            <a:r>
              <a:rPr lang="vi-VN" sz="3000" dirty="0">
                <a:latin typeface="Times New Roman"/>
                <a:cs typeface="Times New Roman"/>
              </a:rPr>
              <a:t> </a:t>
            </a:r>
            <a:r>
              <a:rPr lang="vi-VN" sz="3000" dirty="0">
                <a:latin typeface="Times New Roman"/>
                <a:ea typeface="Calibri"/>
                <a:cs typeface="Calibri"/>
              </a:rPr>
              <a:t>t</a:t>
            </a:r>
            <a:r>
              <a:rPr lang="vi-VN" sz="3000" dirty="0">
                <a:latin typeface="Times New Roman"/>
                <a:ea typeface="Calibri"/>
                <a:cs typeface="Arial"/>
              </a:rPr>
              <a:t>hằn</a:t>
            </a:r>
            <a:r>
              <a:rPr lang="vi-VN" sz="3000" dirty="0">
                <a:latin typeface="Times New Roman"/>
                <a:cs typeface="Times New Roman"/>
              </a:rPr>
              <a:t> lằn.</a:t>
            </a:r>
            <a:endParaRPr lang="vi-VN" sz="3000">
              <a:latin typeface="Times New Roman"/>
              <a:ea typeface="Calibri"/>
              <a:cs typeface="Calibri"/>
            </a:endParaRPr>
          </a:p>
          <a:p>
            <a:r>
              <a:rPr lang="vi-VN" sz="3000" dirty="0">
                <a:latin typeface="Times New Roman"/>
                <a:cs typeface="Times New Roman"/>
              </a:rPr>
              <a:t>Làng đứng trước nguy cơ diệt vong.</a:t>
            </a:r>
            <a:endParaRPr lang="vi-VN" sz="3000" dirty="0">
              <a:latin typeface="Times New Roman"/>
              <a:ea typeface="Calibri"/>
              <a:cs typeface="Calibri"/>
            </a:endParaRPr>
          </a:p>
          <a:p>
            <a:r>
              <a:rPr lang="en-US" sz="3000" err="1">
                <a:latin typeface="Times New Roman"/>
                <a:ea typeface="Calibri"/>
                <a:cs typeface="Calibri"/>
              </a:rPr>
              <a:t>Một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chiến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binh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trẻ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tuổi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ra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đời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.</a:t>
            </a:r>
            <a:endParaRPr lang="vi-VN" sz="3000">
              <a:latin typeface="Times New Roman"/>
              <a:ea typeface="Calibri"/>
              <a:cs typeface="Calibri"/>
            </a:endParaRPr>
          </a:p>
          <a:p>
            <a:r>
              <a:rPr lang="en-US" sz="3000" err="1">
                <a:latin typeface="Times New Roman"/>
                <a:ea typeface="Calibri"/>
                <a:cs typeface="Calibri"/>
              </a:rPr>
              <a:t>Hành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trình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gian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nan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chống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lại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thế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lực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bóng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tối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.</a:t>
            </a:r>
          </a:p>
          <a:p>
            <a:r>
              <a:rPr lang="en-US" sz="3000" dirty="0">
                <a:latin typeface="Times New Roman"/>
                <a:ea typeface="Calibri"/>
                <a:cs typeface="Calibri"/>
              </a:rPr>
              <a:t>Tiêu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diệt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4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Rồng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để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thu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thập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4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thanh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kiếm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.</a:t>
            </a:r>
          </a:p>
          <a:p>
            <a:r>
              <a:rPr lang="en-US" sz="3000" err="1">
                <a:latin typeface="Times New Roman"/>
                <a:ea typeface="Calibri"/>
                <a:cs typeface="Calibri"/>
              </a:rPr>
              <a:t>Ghép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lại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thành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Kiếm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Trấn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err="1">
                <a:latin typeface="Times New Roman"/>
                <a:ea typeface="Calibri"/>
                <a:cs typeface="Calibri"/>
              </a:rPr>
              <a:t>Thủ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.</a:t>
            </a:r>
          </a:p>
          <a:p>
            <a:r>
              <a:rPr lang="en-US" sz="3000" dirty="0" err="1">
                <a:latin typeface="Times New Roman"/>
                <a:ea typeface="Calibri"/>
                <a:cs typeface="Calibri"/>
              </a:rPr>
              <a:t>Đem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lại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hòa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bình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vĩnh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viễn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cho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ngôi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 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làng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3" y="-4087"/>
            <a:ext cx="7467560" cy="1438780"/>
          </a:xfrm>
        </p:spPr>
        <p:txBody>
          <a:bodyPr/>
          <a:lstStyle/>
          <a:p>
            <a:r>
              <a:rPr lang="vi-VN" dirty="0">
                <a:latin typeface="Times New Roman"/>
                <a:ea typeface="Calibri"/>
                <a:cs typeface="Times New Roman"/>
              </a:rPr>
              <a:t>Cái Đã Làm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835" y="1600200"/>
            <a:ext cx="9147671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sz="2500" dirty="0" err="1"/>
              <a:t>Đã</a:t>
            </a:r>
            <a:r>
              <a:rPr sz="2500" dirty="0"/>
              <a:t> </a:t>
            </a:r>
            <a:r>
              <a:rPr sz="2500" dirty="0" err="1"/>
              <a:t>xây</a:t>
            </a:r>
            <a:r>
              <a:rPr sz="2500" dirty="0"/>
              <a:t> </a:t>
            </a:r>
            <a:r>
              <a:rPr sz="2500" dirty="0" err="1"/>
              <a:t>dựng</a:t>
            </a:r>
            <a:r>
              <a:rPr sz="2500" dirty="0"/>
              <a:t> </a:t>
            </a:r>
            <a:r>
              <a:rPr sz="2500" dirty="0" err="1"/>
              <a:t>hệ</a:t>
            </a:r>
            <a:r>
              <a:rPr sz="2500" dirty="0"/>
              <a:t> </a:t>
            </a:r>
            <a:r>
              <a:rPr sz="2500" dirty="0" err="1"/>
              <a:t>thống</a:t>
            </a:r>
            <a:r>
              <a:rPr sz="2500" dirty="0"/>
              <a:t> </a:t>
            </a:r>
            <a:r>
              <a:rPr sz="2500" dirty="0" err="1"/>
              <a:t>nhân</a:t>
            </a:r>
            <a:r>
              <a:rPr sz="2500" dirty="0"/>
              <a:t> </a:t>
            </a:r>
            <a:r>
              <a:rPr sz="2500" dirty="0" err="1"/>
              <a:t>vật</a:t>
            </a:r>
            <a:r>
              <a:rPr lang="vi-VN" sz="2500" dirty="0">
                <a:latin typeface="Arial"/>
                <a:cs typeface="Arial"/>
              </a:rPr>
              <a:t>.</a:t>
            </a:r>
          </a:p>
          <a:p>
            <a:r>
              <a:rPr lang="vi-VN" sz="2500" dirty="0" err="1">
                <a:latin typeface="Arial"/>
                <a:cs typeface="Arial"/>
              </a:rPr>
              <a:t>Boss</a:t>
            </a:r>
            <a:r>
              <a:rPr sz="2500" dirty="0"/>
              <a:t> </a:t>
            </a:r>
            <a:r>
              <a:rPr sz="2500" dirty="0" err="1"/>
              <a:t>và</a:t>
            </a:r>
            <a:r>
              <a:rPr sz="2500" dirty="0"/>
              <a:t> </a:t>
            </a:r>
            <a:r>
              <a:rPr sz="2500" dirty="0" err="1"/>
              <a:t>quái</a:t>
            </a:r>
            <a:r>
              <a:rPr sz="2500" dirty="0"/>
              <a:t> </a:t>
            </a:r>
            <a:r>
              <a:rPr sz="2500" dirty="0" err="1"/>
              <a:t>vật</a:t>
            </a:r>
            <a:r>
              <a:rPr sz="2500" dirty="0"/>
              <a:t>.</a:t>
            </a:r>
            <a:endParaRPr sz="2500">
              <a:ea typeface="Calibri"/>
              <a:cs typeface="Calibri"/>
            </a:endParaRPr>
          </a:p>
          <a:p>
            <a:r>
              <a:rPr lang="vi-VN" sz="2500" dirty="0">
                <a:latin typeface="Arial"/>
                <a:ea typeface="Calibri"/>
                <a:cs typeface="Arial"/>
              </a:rPr>
              <a:t>C</a:t>
            </a:r>
            <a:r>
              <a:rPr lang="vi-VN" sz="2500" dirty="0">
                <a:latin typeface="Arial"/>
                <a:cs typeface="Arial"/>
              </a:rPr>
              <a:t>ơ</a:t>
            </a:r>
            <a:r>
              <a:rPr sz="2500" dirty="0"/>
              <a:t> </a:t>
            </a:r>
            <a:r>
              <a:rPr sz="2500" dirty="0" err="1"/>
              <a:t>chế</a:t>
            </a:r>
            <a:r>
              <a:rPr sz="2500" dirty="0"/>
              <a:t> skill, inventory </a:t>
            </a:r>
            <a:r>
              <a:rPr sz="2500" dirty="0" err="1"/>
              <a:t>và</a:t>
            </a:r>
            <a:r>
              <a:rPr sz="2500" dirty="0"/>
              <a:t> gameplay.</a:t>
            </a:r>
            <a:endParaRPr sz="2500">
              <a:ea typeface="Calibri"/>
              <a:cs typeface="Calibri"/>
            </a:endParaRPr>
          </a:p>
          <a:p>
            <a:r>
              <a:rPr lang="vi-VN" sz="2500" dirty="0" err="1">
                <a:latin typeface="Calibri"/>
                <a:ea typeface="Calibri"/>
                <a:cs typeface="Calibri"/>
              </a:rPr>
              <a:t>State</a:t>
            </a:r>
            <a:r>
              <a:rPr lang="vi-VN" sz="2500" dirty="0">
                <a:latin typeface="Calibri"/>
                <a:ea typeface="Calibri"/>
                <a:cs typeface="Calibri"/>
              </a:rPr>
              <a:t>, </a:t>
            </a:r>
            <a:r>
              <a:rPr lang="vi-VN" sz="2500" dirty="0" err="1">
                <a:latin typeface="Calibri"/>
                <a:ea typeface="Calibri"/>
                <a:cs typeface="Calibri"/>
              </a:rPr>
              <a:t>I</a:t>
            </a:r>
            <a:r>
              <a:rPr lang="vi-VN" sz="2500" dirty="0" err="1">
                <a:ea typeface="+mn-lt"/>
                <a:cs typeface="+mn-lt"/>
              </a:rPr>
              <a:t>nterface</a:t>
            </a:r>
            <a:r>
              <a:rPr lang="vi-VN" sz="2500" dirty="0">
                <a:latin typeface="Calibri"/>
                <a:ea typeface="Calibri"/>
                <a:cs typeface="Calibri"/>
              </a:rPr>
              <a:t>, VFX(</a:t>
            </a:r>
            <a:r>
              <a:rPr lang="vi-VN" sz="2500" dirty="0" err="1">
                <a:ea typeface="+mn-lt"/>
                <a:cs typeface="+mn-lt"/>
              </a:rPr>
              <a:t>Visual</a:t>
            </a:r>
            <a:r>
              <a:rPr lang="vi-VN" sz="2500" dirty="0">
                <a:ea typeface="+mn-lt"/>
                <a:cs typeface="+mn-lt"/>
              </a:rPr>
              <a:t> </a:t>
            </a:r>
            <a:r>
              <a:rPr lang="vi-VN" sz="2500" dirty="0" err="1">
                <a:ea typeface="+mn-lt"/>
                <a:cs typeface="+mn-lt"/>
              </a:rPr>
              <a:t>Effects</a:t>
            </a:r>
            <a:r>
              <a:rPr lang="vi-VN" sz="2500" dirty="0">
                <a:latin typeface="Calibri"/>
                <a:ea typeface="Calibri"/>
                <a:cs typeface="Calibri"/>
              </a:rPr>
              <a:t>), SFX(</a:t>
            </a:r>
            <a:r>
              <a:rPr lang="vi-VN" sz="2500" dirty="0" err="1">
                <a:ea typeface="+mn-lt"/>
                <a:cs typeface="+mn-lt"/>
              </a:rPr>
              <a:t>Sound</a:t>
            </a:r>
            <a:r>
              <a:rPr lang="vi-VN" sz="2500" dirty="0">
                <a:ea typeface="+mn-lt"/>
                <a:cs typeface="+mn-lt"/>
              </a:rPr>
              <a:t> </a:t>
            </a:r>
            <a:r>
              <a:rPr lang="vi-VN" sz="2500" dirty="0" err="1">
                <a:ea typeface="+mn-lt"/>
                <a:cs typeface="+mn-lt"/>
              </a:rPr>
              <a:t>Effects</a:t>
            </a:r>
            <a:r>
              <a:rPr lang="vi-VN" sz="2500" dirty="0">
                <a:latin typeface="Calibri"/>
                <a:ea typeface="Calibri"/>
                <a:cs typeface="Calibri"/>
              </a:rPr>
              <a:t>), UI(</a:t>
            </a:r>
            <a:r>
              <a:rPr lang="vi-VN" sz="2500" dirty="0" err="1">
                <a:ea typeface="+mn-lt"/>
                <a:cs typeface="+mn-lt"/>
              </a:rPr>
              <a:t>User</a:t>
            </a:r>
            <a:r>
              <a:rPr lang="vi-VN" sz="2500" dirty="0">
                <a:ea typeface="+mn-lt"/>
                <a:cs typeface="+mn-lt"/>
              </a:rPr>
              <a:t> </a:t>
            </a:r>
            <a:r>
              <a:rPr lang="vi-VN" sz="2500" dirty="0" err="1">
                <a:ea typeface="+mn-lt"/>
                <a:cs typeface="+mn-lt"/>
              </a:rPr>
              <a:t>Interface</a:t>
            </a:r>
            <a:r>
              <a:rPr lang="vi-VN" sz="2500" dirty="0">
                <a:latin typeface="Calibri"/>
                <a:ea typeface="Calibri"/>
                <a:cs typeface="Calibri"/>
              </a:rPr>
              <a:t>).</a:t>
            </a:r>
          </a:p>
          <a:p>
            <a:endParaRPr lang="vi-VN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vi-VN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/>
                <a:ea typeface="Calibri"/>
                <a:cs typeface="Calibri"/>
              </a:rPr>
              <a:t>Những Cái Chưa Làm Được</a:t>
            </a:r>
            <a:endParaRPr lang="vi-VN" dirty="0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err="1">
                <a:latin typeface="Arial"/>
                <a:ea typeface="Calibri"/>
                <a:cs typeface="Calibri"/>
              </a:rPr>
              <a:t>Map</a:t>
            </a:r>
            <a:r>
              <a:rPr lang="vi-VN" dirty="0">
                <a:latin typeface="Arial"/>
                <a:ea typeface="Calibri"/>
                <a:cs typeface="Calibri"/>
              </a:rPr>
              <a:t>, </a:t>
            </a:r>
            <a:r>
              <a:rPr lang="vi-VN" err="1">
                <a:latin typeface="Arial"/>
                <a:ea typeface="Calibri"/>
                <a:cs typeface="Calibri"/>
              </a:rPr>
              <a:t>Mini</a:t>
            </a:r>
            <a:r>
              <a:rPr lang="vi-VN" dirty="0">
                <a:latin typeface="Arial"/>
                <a:ea typeface="Calibri"/>
                <a:cs typeface="Calibri"/>
              </a:rPr>
              <a:t> </a:t>
            </a:r>
            <a:r>
              <a:rPr lang="vi-VN" err="1">
                <a:latin typeface="Arial"/>
                <a:ea typeface="Calibri"/>
                <a:cs typeface="Calibri"/>
              </a:rPr>
              <a:t>Map</a:t>
            </a:r>
            <a:r>
              <a:rPr lang="vi-VN" dirty="0">
                <a:latin typeface="Arial"/>
                <a:ea typeface="Calibri"/>
                <a:cs typeface="Calibri"/>
              </a:rPr>
              <a:t>.</a:t>
            </a:r>
            <a:endParaRPr lang="vi-VN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Trình chiếu Trên màn hình 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4</vt:i4>
      </vt:variant>
    </vt:vector>
  </HeadingPairs>
  <TitlesOfParts>
    <vt:vector size="5" baseType="lpstr">
      <vt:lpstr>DylanVTI</vt:lpstr>
      <vt:lpstr>Game:  Lời Nguyền Hắc Ám</vt:lpstr>
      <vt:lpstr>Bối cảnh Câu chuyện</vt:lpstr>
      <vt:lpstr>Cái Đã Làm Được</vt:lpstr>
      <vt:lpstr>Những Cái Chưa Làm Được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96</cp:revision>
  <dcterms:created xsi:type="dcterms:W3CDTF">2013-01-27T09:14:16Z</dcterms:created>
  <dcterms:modified xsi:type="dcterms:W3CDTF">2025-10-09T12:08:52Z</dcterms:modified>
  <cp:category/>
</cp:coreProperties>
</file>